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capacity tripled since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arbitrage share is rising.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storage in Kestrel Valley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briefing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Deployed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Grid batteries in the fictional Kestrel Valley reached 850 MWh in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Frequency response provides 55 percent of revenue; arbitrage 30 percent.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Kestrel Valley Energy Board expects 2.4 GWh of storage by 2029.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Source: Kestrel Valley Energy Board (fictional)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